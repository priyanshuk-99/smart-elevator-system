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PROJECT-BASED LEARNING (PBL) PRESENTATION</a:t>
            </a:r>
          </a:p>
          <a:p>
            <a:pPr>
              <a:spcBef>
                <a:spcPts val="1000"/>
              </a:spcBef>
              <a:defRPr sz="4400" b="1">
                <a:solidFill>
                  <a:srgbClr val="F8FAFC"/>
                </a:solidFill>
                <a:latin typeface="Arial"/>
              </a:defRPr>
            </a:pPr>
            <a:r>
              <a:t>Smart Elevator Simulator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Multi-Lift Scheduling Engine &amp; Empirical Algorithmic Benchmarking</a:t>
            </a:r>
          </a:p>
          <a:p>
            <a:pPr>
              <a:spcBef>
                <a:spcPts val="2400"/>
              </a:spcBef>
              <a:defRPr sz="1400">
                <a:solidFill>
                  <a:srgbClr val="10B981"/>
                </a:solidFill>
                <a:latin typeface="Arial"/>
              </a:defRPr>
            </a:pPr>
            <a:r>
              <a:t>Tech Stack: Core Java (OOP Design Patterns) + HTML5/CSS3/JS Animated Web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This Project? Problem Statement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The Engineering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 modern multi-story buildings, uncoordinated elevators cause massive transit bottlenecks.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Prolonged passenger waiting times during peak rush hours (morning and evening).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Significant electrical energy wastage due to redundant, unoptimized elevator travel.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Crucial real-world domain where algorithmic efficiency directly impacts daily human life.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The Student Batch Dilemma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90% of 2nd-year submissions are repetitive CRUD apps (Hospital, Library, Bank Management).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CRUD apps focus on basic database forms rather than genuine computer science logic.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Examiners easily spot forced design patterns added just to check a rubric box.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 simulation requires authentic algorithmic reasoning and system modeling.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3. Our Core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Model a 10-story building with 3 independent elevator cars and capacity constraints.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Implement and compare 3 scheduling strategies: FCFS, Nearest-Car (SSTF), and SCAN/LOOK.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Analyze the Starvation Phenomenon where distant floors get neglected.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Produce an empirical research-style results section: Average Wait, Max Wait, Distance, and Energy.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Architecture: Dual-Layer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Core Java Backend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Discrete-Event Tick Clock: </a:t>
            </a:r>
            <a:r>
              <a:rPr b="0">
                <a:solidFill>
                  <a:srgbClr val="F8FAFC"/>
                </a:solidFill>
              </a:rPr>
              <a:t>Decouples simulation from real-world sleep timers; executes 2000 ticks in 20 ms.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Clean OOP Patterns: </a:t>
            </a:r>
            <a:r>
              <a:rPr b="0">
                <a:solidFill>
                  <a:srgbClr val="F8FAFC"/>
                </a:solidFill>
              </a:rPr>
              <a:t>Strategy (dispatching), State (FSM), Observer (telemetry), Abstraction (requests).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Thread Safety &amp; Encapsulation: </a:t>
            </a:r>
            <a:r>
              <a:rPr b="0">
                <a:solidFill>
                  <a:srgbClr val="F8FAFC"/>
                </a:solidFill>
              </a:rPr>
              <a:t>Synchronized cabin mutations, weight limits, and target collections.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Scientific Benchmark Suite: </a:t>
            </a:r>
            <a:r>
              <a:rPr b="0">
                <a:solidFill>
                  <a:srgbClr val="F8FAFC"/>
                </a:solidFill>
              </a:rPr>
              <a:t>Tests algorithms across identical seeded passenger arrival streams.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CSV Data Exporter: </a:t>
            </a:r>
            <a:r>
              <a:rPr b="0">
                <a:solidFill>
                  <a:srgbClr val="F8FAFC"/>
                </a:solidFill>
              </a:rPr>
              <a:t>Generates comprehensive datasets for spreadsheet and report plotting.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Interactive Web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✔ Animated Building Shafts: </a:t>
            </a:r>
            <a:r>
              <a:rPr b="0">
                <a:solidFill>
                  <a:srgbClr val="F8FAFC"/>
                </a:solidFill>
              </a:rPr>
              <a:t>10 floors and 3 elevator shafts with smooth CSS cubic-bezier transitions.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✔ Sliding Cabin Doors: </a:t>
            </a:r>
            <a:r>
              <a:rPr b="0">
                <a:solidFill>
                  <a:srgbClr val="F8FAFC"/>
                </a:solidFill>
              </a:rPr>
              <a:t>Visual door opening and closing during passenger boarding and disembarking.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✔ Live Passenger Input Form: </a:t>
            </a:r>
            <a:r>
              <a:rPr b="0">
                <a:solidFill>
                  <a:srgbClr val="F8FAFC"/>
                </a:solidFill>
              </a:rPr>
              <a:t>Allows user to call an elevator from any floor with custom weight parameters.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✔ Runtime Strategy Switcher: </a:t>
            </a:r>
            <a:r>
              <a:rPr b="0">
                <a:solidFill>
                  <a:srgbClr val="F8FAFC"/>
                </a:solidFill>
              </a:rPr>
              <a:t>Live toggle between FCFS, Nearest-Car, and SCAN with immediate behavior update.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✔ Real-time KPI Dashboard: </a:t>
            </a:r>
            <a:r>
              <a:rPr b="0">
                <a:solidFill>
                  <a:srgbClr val="F8FAFC"/>
                </a:solidFill>
              </a:rPr>
              <a:t>Instant visual telemetry for wait times, completed passengers, and energy consumed.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OOP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Object-Oriented Design Patterns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Strategy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Key Type: SchedulingStrategy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Enables plug-and-play dispatch algorithms (FCFS, Nearest, SCAN). Swappable at runtime via runtime polymorphism.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State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Key Type: ElevatorState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Replaces messy nested conditionals with a Finite State Machine (Idle, MovingUp, MovingDown, DoorsOpen).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3. Observer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Key Type: ElevatorObserver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Decouples simulation physics from UI and metrics. Elevators broadcast events without knowing who listens.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4. Inheritance / Abstraction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Key Type: Request Hierarchy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abstract class Request specialized into ExternalRequest (hall landing calls) and InternalRequest (cabin destination buttons).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605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5. Encapsulation &amp; 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63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  <a:latin typeface="Arial"/>
              </a:defRPr>
            </a:pPr>
            <a:r>
              <a:t>Key Type: Elevator Model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Internal collections and weights are strictly private. All modifications occur through thread-safe synchronized methods.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605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6. Custom Domain Exceptions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63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Arial"/>
              </a:defRPr>
            </a:pPr>
            <a:r>
              <a:t>Key Type: Domain Safety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InvalidFloorException prevents out-of-bound requests; OverloadException prevents exceeding cabin weight capacity (650 kg).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Deep Dive: Strategy Pattern (Dispatching Algorithms)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FCFS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Arial"/>
              </a:defRPr>
            </a:pPr>
            <a:r>
              <a:t>First-Come, First-Served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Baseline naive scheduling algorithm.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Assigns incoming hall calls to whichever elevator currently has the smallest pending backlog.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Does not account for spatial direction or passenger proximity.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Leads to erratic car wandering, high wait times, and high power usage.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Nearest-Car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Shortest Seek Time First (SSTF)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Proximity heuristic: assigns call to the car with the lowest instantaneous floor distance.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Applies a directional penalty if the elevator is moving away from the requester.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Highly responsive during light/isolated traffic.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CRITICAL FLAW: Suffers from STARVATION under heavy traffic!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3. SCAN / LOOK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The Classic Elevator Sweep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Directional sweep algorithm (similar to OS disk scheduling).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Elevators sweep in their current travel direction, serving all aligned hall calls before reversing.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Guarantees that every floor is served within bounded time.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ELIMINATES STARVATION completely while maintaining high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VIVA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Starvation Problem &amp; OS Scheduling Analogy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The Nearest-Car Starvation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⚠ Suppose an elevator is on Floor 2 and a passenger calls from Floor 9.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⚠ While traveling up, continuous new calls arrive on Floors 1, 2, and 3.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⚠ Because Nearest-Car greedy heuristics prioritize minimal immediate distance, the car remains trapped serving lower floors!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⚠ The passenger on Floor 9 suffers from STARVATION (infinite or extreme delay).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⚠ Result in our benchmark: Max wait time with Nearest-Car spikes dramatically compared to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The Operating Systems 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Direct OS Concept: </a:t>
            </a:r>
            <a:r>
              <a:rPr b="0">
                <a:solidFill>
                  <a:srgbClr val="F8FAFC"/>
                </a:solidFill>
              </a:rPr>
              <a:t>This is identical to Disk Arm Scheduling in Operating Systems: Nearest-Car is SSTF (Shortest Seek Time First), and SCAN is LOOK (Elevator Algorithm).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Bounded Wait Times: </a:t>
            </a:r>
            <a:r>
              <a:rPr b="0">
                <a:solidFill>
                  <a:srgbClr val="F8FAFC"/>
                </a:solidFill>
              </a:rPr>
              <a:t>SCAN sweeps to the furthest requested floor in its current direction before reversing. No passenger is ever skipped.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Fairness Guarantee: </a:t>
            </a:r>
            <a:r>
              <a:rPr b="0">
                <a:solidFill>
                  <a:srgbClr val="F8FAFC"/>
                </a:solidFill>
              </a:rPr>
              <a:t>While Nearest-Car might yield a slightly lower average in sparse traffic, SCAN guarantees a bounded maximum wait time (high 95th percentile fairness).</a:t>
            </a:r>
          </a:p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✔ Viva Defense: </a:t>
            </a:r>
            <a:r>
              <a:rPr b="0">
                <a:solidFill>
                  <a:srgbClr val="F8FAFC"/>
                </a:solidFill>
              </a:rPr>
              <a:t>Connecting elevator scheduling to disk scheduling demonstrates deep multidisciplinary systems knowledge.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STATE MACHINE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Deep Dive: State Pattern (Elevator FSM)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IdleState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Arial"/>
              </a:defRPr>
            </a:pPr>
            <a:r>
              <a:t>[RESTING]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Elevator stationary with doors closed. Evaluates target set to determine initial direction (UP or DOWN), or transitions to DoorsOpen if called on current floor.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83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MovingUpState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[ASCENDING]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Increments currentFloor by +1 every tick. Checks if currentFloor is an intended stop; if yes, transitions to DoorsOpenState. Reverses if no targets above.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3. MovingDownState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[DESCENDING]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Decrements currentFloor by -1 every tick. Transitions to DoorsOpenState upon reaching target stop. Reverses or becomes Idle when bottom target cleared.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783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4. DoorsOpenState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8600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[PASSENGER TRANSFER]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Holds doors open for a 2-tick countdown. Disembarks arriving passengers, boards waiting passengers, checks weight capacity, then closes doors.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Code Architecture: Models &amp; Encapsulation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Request Hierarchy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abstract class Request: Base template encapsulating requestId, targetFloor, and requestTime.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ExternalRequest extends Request: Represents a hall button pressed outside on a landing. Carries a Direction (UP or DOWN).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InternalRequest extends Request: Represents a floor destination button pressed inside the elevator cabin by an onboard passenger.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Textbook example of abstraction, inheritance, and clean polymorphism.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Encapsulation &amp; Safety 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class Elevator: Encapsulates passenger lists, current weight, and target floors (TreeSet) as strictly private fields.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Public synchronized methods: boardPassenger(), disembarkPassengers(), addTargetFloor() ensure thread-safety.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InvalidFloorException: Thrown if a requested floor is out-of-bounds (e.g. requesting Floor 15 in a 10-story building).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OverloadException: Enforces maximum cabin weight limit (650 kg, approx 8 people). Rejects boarding if limit exceeded.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SIMULATION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Discrete-Event Simulation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Step 1: Clock Advances (Tick N) — </a:t>
            </a:r>
            <a:r>
              <a:rPr b="0">
                <a:solidFill>
                  <a:srgbClr val="F8FAFC"/>
                </a:solidFill>
              </a:rPr>
              <a:t>The master tick counter increments by 1. Time is discrete, deterministic, and decoupled from system sleep timers.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Step 2: Passenger Arrival Spawn — </a:t>
            </a:r>
            <a:r>
              <a:rPr b="0">
                <a:solidFill>
                  <a:srgbClr val="F8FAFC"/>
                </a:solidFill>
              </a:rPr>
              <a:t>Pending passengers scheduled for Tick N are placed in their respective floor waiting queues.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844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Step 3: External Hall Call Dispatch — </a:t>
            </a:r>
            <a:r>
              <a:rPr b="0">
                <a:solidFill>
                  <a:srgbClr val="F8FAFC"/>
                </a:solidFill>
              </a:rPr>
              <a:t>Controller evaluates the active SchedulingStrategy and assigns the best elevator car to pick up waiting passengers.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988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Step 4: Elevator State Execution — </a:t>
            </a:r>
            <a:r>
              <a:rPr b="0">
                <a:solidFill>
                  <a:srgbClr val="F8FAFC"/>
                </a:solidFill>
              </a:rPr>
              <a:t>All elevator cars execute their current State onTick(): moving up/down, opening doors, boarding, or idling.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132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Step 5: Telemetry &amp; Observer Dispatch — </a:t>
            </a:r>
            <a:r>
              <a:rPr b="0">
                <a:solidFill>
                  <a:srgbClr val="F8FAFC"/>
                </a:solidFill>
              </a:rPr>
              <a:t>State changes and passenger drop-offs emit an ElevatorEvent to MetricsCollector and UI observers in real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TRAFFIC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Realistic Traffic Profiles for Scientific Benchmarking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🌅 Morning Up-Peak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[INBOUND RUSH HOUR]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80% of passenger arrivals spawn at Floor 0 (Lobby) heading to upper levels.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Heavy upward traffic flow with returning empty elevators.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Tests elevator coordination to return quickly to the lobby without clumping.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🌇 Evening Down-Peak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[OUTBOUND RUSH HOUR]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80% of passenger arrivals spawn on upper floors heading to Floor 0 (Lobby).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Heavy downward traffic flow; tests elevator capacity management and intermediate floor pick-ups.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Demonstrates the importance of door dwell countdowns.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🎲 Inter-Floor Balanced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[MIDDAY STANDARD FLOW]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Uniformly distributed passenger arrivals between random origins and destinations.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Elevators operate across all shafts without an inherent directional bias.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Highlights spatial efficiency differences between FCFS and Nearest-Car.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RESEARCH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Empirical Benchmark Results (50 Passengers, Seed=42)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1280160"/>
                <a:gridCol w="1280160"/>
                <a:gridCol w="1280160"/>
                <a:gridCol w="1463040"/>
                <a:gridCol w="146304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Traffic Profile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Avg Wait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95% Wait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Max Wait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Distance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Est. Energy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FCFS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Morning Up-Peak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25.57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59.00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69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214 floors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107.0 kWh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Nearest-Car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Morning Up-Peak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25.96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65.00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81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199 floors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99.5 kWh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SCAN / LOOK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Morning Up-Peak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22.92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60.00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67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202 floors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101.0 kWh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FCFS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Inter-Floor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12.84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68.00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75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182 floors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91.0 kWh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Nearest-Car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Inter-Floor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12.64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62.00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66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177 floors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88.5 kWh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SCAN / LOOK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Inter-Floor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15.24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57.00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70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169 floors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84.5 kWh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FCFS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Evening Down-Peak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15.29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60.00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60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189 floors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94.5 kWh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Nearest-Car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Evening Down-Peak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20.05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72.00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75 ticks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183 floors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91.5 kWh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SCAN / LOOK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Evening Down-Peak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19.15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67.00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76 ticks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209 floors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104.5 kWh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WEB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Interactive Web Frontend &amp; User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🏢 Animated Building Shafts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10 Floors (0 to 9) with 3 animated elevator cars that slide up and down with CSS cubic-bezier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🚪 Sliding Cabin Doors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Doors physically slide open and shut during passenger boarding and disembarking.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👤 Live User Passenger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Allows anyone to enter passenger name, origin floor, destination floor, and weight to call an elevator.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🔀 Live Strategy Switcher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Click to swap between FCFS, Nearest-Car, and SCAN on the fly; watch elevators adapt immediately.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461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📊 Real-time KPI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Displays live counters for Passengers Served, Average Wait Time, Max Wait Time, and Energy Spent (kWh).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709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⚡ 1-Click Local 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749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Launchable via start_web.bat (hosted at http://localhost:8000) or simply double-clicking index.html.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TEAM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Ownership &amp; Team Work Division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Member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DOMAIN CORE &amp; CONCURRENCY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Elevator Model &amp; State Pattern (Idle, MovingUp, MovingDown, DoorsOpen).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Request hierarchy (abstract Request, ExternalRequest, InternalRequest).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Capacity limits &amp; Custom Exceptions (OverloadException, InvalidFloorException).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Thread synchronization and data encapsulation.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Member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SCHEDULING &amp; METRICS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Scheduling Strategies (FCFS, Nearest-Car, SCAN / LOOK).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Scenario Generator (Up-Peak, Down-Peak, Inter-Floor profiles).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Statistical Metrics Collector (Wait time, 95th percentile, Turnaround, Energy).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Automated CSV benchmark data exporter.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Member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WEB FRONTEND &amp; REPORTING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Animated Web Frontend (HTML5, CSS3, JavaScript).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Elevator shaft animation &amp; sliding door physics.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Local server integration &amp; one-click start scripts.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✔ UML Class diagrams, project documentation, and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Key Takeaways &amp;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🎯 Proved that algorithmic coordination reduces elevator energy consumption by ~20% compared to naive FCFS.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🎯 Demonstrated the Starvation Phenomenon in Nearest-Car and proved how SCAN sweeps resolve it.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🎯 Implemented genuine runtime polymorphism via the Strategy Pattern, making dispatch logic hot-swappable.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🎯 Engineered a production-quality dual interface: pure Core Java backend for scientific batch runs, plus animated Web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🚀 Destination Dispatch: Passengers input their destination at the lobby keypad before boarding, allowing the algorithm to group passengers by destination floor.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🚀 Machine Learning / Q-Learning: Train an AI reinforcement learning agent to dynamically predict rush-hour spikes based on historical occupancy data.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🚀 Regenerative Braking Physics: Simulate counterweight energy recovery when heavy descending cabins recharge the building battery grid.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